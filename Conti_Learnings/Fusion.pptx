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hnavi, Yerramelli (uie72011)" userId="9c99158e-b88d-4f98-b06c-96aef579335d" providerId="ADAL" clId="{8FEF65E0-AA17-444D-8B61-49944EC279BD}"/>
    <pc:docChg chg="delSld modSld">
      <pc:chgData name="Jahnavi, Yerramelli (uie72011)" userId="9c99158e-b88d-4f98-b06c-96aef579335d" providerId="ADAL" clId="{8FEF65E0-AA17-444D-8B61-49944EC279BD}" dt="2021-12-14T07:23:14.697" v="2" actId="2696"/>
      <pc:docMkLst>
        <pc:docMk/>
      </pc:docMkLst>
      <pc:sldChg chg="modSp del mod">
        <pc:chgData name="Jahnavi, Yerramelli (uie72011)" userId="9c99158e-b88d-4f98-b06c-96aef579335d" providerId="ADAL" clId="{8FEF65E0-AA17-444D-8B61-49944EC279BD}" dt="2021-12-14T07:23:14.697" v="2" actId="2696"/>
        <pc:sldMkLst>
          <pc:docMk/>
          <pc:sldMk cId="3479010477" sldId="264"/>
        </pc:sldMkLst>
        <pc:spChg chg="mod">
          <ac:chgData name="Jahnavi, Yerramelli (uie72011)" userId="9c99158e-b88d-4f98-b06c-96aef579335d" providerId="ADAL" clId="{8FEF65E0-AA17-444D-8B61-49944EC279BD}" dt="2021-12-14T07:22:20.366" v="1" actId="5793"/>
          <ac:spMkLst>
            <pc:docMk/>
            <pc:sldMk cId="3479010477" sldId="264"/>
            <ac:spMk id="3" creationId="{E3308E7B-1E7A-47F6-81EB-DBD3414738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EC18-7063-4E1F-8A3F-2DD922E6A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44390-A2E0-473A-B8F8-281EE5411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CBF9E-C0CB-423D-9ED8-E7D35DCA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AA850-AB54-4E00-8918-1DDA92BB0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40A68-E086-482E-A646-3D596B44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9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115A-A249-4B20-96F3-8ED3BF36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27B8-1022-4BDA-8C62-FC98B969F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D8C57-1C9D-4C5F-BCCA-2E471902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E3C30-6091-4534-89E6-293638A2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32B4A-346D-4BE4-AB8F-62DEFF28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1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5294-232B-4AB8-BB6B-213326E52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9CDF-DD88-4FF0-B65E-93C7E54F3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8452C-9C86-4616-A0C1-D67806D2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973EF-CE0B-4D27-9937-343C53FE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A5EC-057A-4836-8AFB-0DAA3873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8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8030-2C58-4343-A9A5-1B635354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B1DE-744E-457D-8A26-CE9811F72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7819B-D81F-4C81-AFB1-48CD81A58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82A98-7F1A-49AA-86DA-590D4732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E3CA5-5E07-4028-B34B-FE45EAE8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933DB-246E-43FC-8305-BEF46DB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6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DBE2-9A78-45AD-8C66-98423FC47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1A205-74A5-45DA-91F0-271152689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D144A-2DBA-4DE3-8D8C-398E5F81D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58C0C1-56BF-4B5E-A88D-467872893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E2097-2CF5-48BA-806C-4024AF371E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93C44-39FF-427C-8ED1-C074A184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BD21D5-9CDE-4BCB-AC44-9FACD1D1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EF68E-E38B-40B2-89C5-AB06F629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24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FAB7-B07D-4DAA-A4D6-F2BFDF52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24B6E-972A-4600-90A6-1EA53056E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B8C7CE-1AB8-4C07-B5F2-1899C4007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23F80-25E2-4FEA-B37B-63F7D9FF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5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81208-E790-43B7-B8CD-BFE51163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1BA22-7F1C-48D5-A57B-31B271B3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81087-1AFD-43F3-8A69-D66567FA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0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533F-525B-4BFF-9CC1-CCB37444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B0A8F-1F4F-4C17-B37A-324729B6C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75730-D411-4E4E-8768-392D4A2E7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E11C6-2670-443A-8712-7E4B4B2B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BBDFB-C511-4FEC-BB4C-CCC4F3E2B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F259E-A16B-486D-A83F-84623972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2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523F0-5C49-4EFB-A772-D9922FEB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89DE4-8866-44DB-902F-C0890DE66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3BA0A-6CED-42EC-B0AB-355924C32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F66B8-26E3-42F8-99DA-3C5FABEF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5D951-6BF3-42BA-8110-8CA30DCB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FE881-F2DC-44E3-93AB-48B297AA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8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84A53-DB43-4809-BB60-256D18B7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2D3E1-8815-4B56-81F3-0CCB352AA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F9C6D-5525-4EBB-806E-1ABEC424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A97F-B673-44E2-A623-A4943255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8684-7671-44D2-AEE0-E1F82741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6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745E6-2722-4594-8D15-62F1D0151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EFF77-2892-4540-BC91-930BF0A04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CCC3B-8278-4B50-B697-EE2589F37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6A485-6EAF-4DF5-A876-EBBFFCFC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A7EDB-4C84-4A87-B144-533E9B7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674A48-F799-4971-9B97-080F1317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20AA2-365E-4993-8977-805B35EEB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C433-0E3B-46E2-8137-36EFBBBF2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41D74-B4C3-40A6-B655-9FC2BCE7D297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C08D3-01E0-41FC-B9FB-E5391CE63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5ECD8-BF3E-406F-9AF6-9DF913C3B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C6E0A-970D-400C-8BC1-29C23D8B0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63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9E62-7A76-4D3F-A73D-04D694005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Sensor 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39A61-934B-4100-8F14-730D5D93C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2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A48205B3-2687-4565-B272-1CACAFF983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7360"/>
            <a:ext cx="11049000" cy="576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589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F736D-56B1-4836-AE3B-1F955630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984"/>
            <a:ext cx="10515600" cy="58129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Sensor fusion:</a:t>
            </a:r>
          </a:p>
          <a:p>
            <a:pPr marL="0" indent="0">
              <a:buNone/>
            </a:pPr>
            <a:r>
              <a:rPr lang="en-US" dirty="0"/>
              <a:t>            Ability to bring together inputs from multiple radars, lidars, and cameras to form a single model or image of environment around a vehicle.</a:t>
            </a:r>
          </a:p>
          <a:p>
            <a:pPr marL="0" indent="0">
              <a:buNone/>
            </a:pPr>
            <a:r>
              <a:rPr lang="en-US" dirty="0"/>
              <a:t>Resulting model is more accurate because it balances the strengths of different sensors.</a:t>
            </a:r>
          </a:p>
          <a:p>
            <a:pPr marL="0" indent="0">
              <a:buNone/>
            </a:pPr>
            <a:r>
              <a:rPr lang="en-US" dirty="0"/>
              <a:t>Types/Techniques of sensor fusion:</a:t>
            </a:r>
          </a:p>
          <a:p>
            <a:pPr marL="0" indent="0">
              <a:buNone/>
            </a:pPr>
            <a:r>
              <a:rPr lang="en-US" dirty="0"/>
              <a:t>       1.Sensor Fusion by Abstraction Level:</a:t>
            </a:r>
          </a:p>
          <a:p>
            <a:pPr marL="0" indent="0">
              <a:buNone/>
            </a:pPr>
            <a:r>
              <a:rPr lang="en-US" dirty="0"/>
              <a:t>The most common types of fusion is by abstraction level. In this case, we're asking the question " When should we do the fusion?“</a:t>
            </a:r>
          </a:p>
          <a:p>
            <a:pPr marL="0" indent="0">
              <a:buNone/>
            </a:pPr>
            <a:r>
              <a:rPr lang="en-US" dirty="0"/>
              <a:t>                       1)Low-Level </a:t>
            </a:r>
          </a:p>
          <a:p>
            <a:pPr marL="0" indent="0">
              <a:buNone/>
            </a:pPr>
            <a:r>
              <a:rPr lang="en-US" dirty="0"/>
              <a:t>                       2)Mid-Level</a:t>
            </a:r>
          </a:p>
          <a:p>
            <a:pPr marL="0" indent="0">
              <a:buNone/>
            </a:pPr>
            <a:r>
              <a:rPr lang="en-US" dirty="0"/>
              <a:t>                       3)High-Level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8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8DB3A-0283-4ED4-A1FB-6B424BBC0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6229"/>
            <a:ext cx="10515600" cy="58307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1)Low-Level Fusion:</a:t>
            </a:r>
          </a:p>
          <a:p>
            <a:pPr marL="0" indent="0">
              <a:buNone/>
            </a:pPr>
            <a:r>
              <a:rPr lang="en-US" dirty="0"/>
              <a:t>                It is about fusing raw data coming from multiple sensors.</a:t>
            </a:r>
          </a:p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: We fuse point clouds(set of data points in space) coming from lidars and pixels from cameras.</a:t>
            </a:r>
          </a:p>
          <a:p>
            <a:pPr marL="0" indent="0">
              <a:buNone/>
            </a:pPr>
            <a:r>
              <a:rPr lang="en-US" dirty="0"/>
              <a:t>Pros: It considers all the data</a:t>
            </a:r>
          </a:p>
          <a:p>
            <a:pPr marL="0" indent="0">
              <a:buNone/>
            </a:pPr>
            <a:r>
              <a:rPr lang="en-US" dirty="0"/>
              <a:t>Cons: Early fusion(Low-level) was very hard to do until few years ago, as processing required is huge. At each </a:t>
            </a:r>
            <a:r>
              <a:rPr lang="en-US" dirty="0" err="1"/>
              <a:t>millisec</a:t>
            </a:r>
            <a:r>
              <a:rPr lang="en-US" dirty="0"/>
              <a:t>, we can fuse hundreds of points with hundreds of pixels.</a:t>
            </a:r>
          </a:p>
          <a:p>
            <a:pPr marL="0" indent="0">
              <a:buNone/>
            </a:pPr>
            <a:r>
              <a:rPr lang="en-US" dirty="0"/>
              <a:t>2)Mid-Level Fusion:</a:t>
            </a:r>
          </a:p>
          <a:p>
            <a:pPr marL="0" indent="0">
              <a:buNone/>
            </a:pPr>
            <a:r>
              <a:rPr lang="en-US" dirty="0"/>
              <a:t>                  Mid-Level sensor fusion is about fusing the objects detected independently on sensor data.</a:t>
            </a:r>
          </a:p>
          <a:p>
            <a:pPr marL="0" indent="0">
              <a:buNone/>
            </a:pPr>
            <a:r>
              <a:rPr lang="en-US" dirty="0"/>
              <a:t>If a camera detects an obstacle, and a radar detects it, we'll fuse these results to have the best estimate of the position, class, and velocity of the obstacle. </a:t>
            </a:r>
          </a:p>
          <a:p>
            <a:pPr marL="0" indent="0">
              <a:buNone/>
            </a:pPr>
            <a:r>
              <a:rPr lang="en-US" dirty="0"/>
              <a:t>Kalman filter is generally the approach used.</a:t>
            </a:r>
          </a:p>
        </p:txBody>
      </p:sp>
    </p:spTree>
    <p:extLst>
      <p:ext uri="{BB962C8B-B14F-4D97-AF65-F5344CB8AC3E}">
        <p14:creationId xmlns:p14="http://schemas.microsoft.com/office/powerpoint/2010/main" val="24173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4F5B9-F36B-4483-B8BA-43D823518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8474"/>
            <a:ext cx="10515600" cy="58484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Pros: Easy to understand and contains several existing implementations.</a:t>
            </a:r>
          </a:p>
          <a:p>
            <a:pPr marL="0" indent="0">
              <a:buNone/>
            </a:pPr>
            <a:r>
              <a:rPr lang="en-US" dirty="0"/>
              <a:t>Cons: It relays heavily on detectors. If one fails whole fusion can fail.</a:t>
            </a:r>
          </a:p>
          <a:p>
            <a:pPr marL="0" indent="0">
              <a:buNone/>
            </a:pPr>
            <a:r>
              <a:rPr lang="en-US" dirty="0"/>
              <a:t>3)High-Level fusion: </a:t>
            </a:r>
          </a:p>
          <a:p>
            <a:pPr marL="0" indent="0">
              <a:buNone/>
            </a:pPr>
            <a:r>
              <a:rPr lang="en-US" dirty="0"/>
              <a:t>                   It is about fusing both object and their trajectories. We don’t relay only on detections but also on predictions and </a:t>
            </a:r>
            <a:r>
              <a:rPr lang="en-US" dirty="0" err="1"/>
              <a:t>traking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Pros: This process is one level higher, and thus benefits the same simplicity advantage.</a:t>
            </a:r>
          </a:p>
          <a:p>
            <a:pPr marL="0" indent="0">
              <a:buNone/>
            </a:pPr>
            <a:r>
              <a:rPr lang="en-US" dirty="0"/>
              <a:t>Cons: we might lose too much information. If our tracking is wrong whole thing is wrong.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59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7951-EA04-4103-B264-1D29E982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8474"/>
            <a:ext cx="10515600" cy="58484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2.Centralization Level:</a:t>
            </a:r>
          </a:p>
          <a:p>
            <a:pPr marL="0" indent="0">
              <a:buNone/>
            </a:pPr>
            <a:r>
              <a:rPr lang="en-US" dirty="0"/>
              <a:t>The second way to classify a Fusion algorithm is by centralization level. Here, we're asking the question " Where is the fusion happening?". The main computer can do it, or each sensor can do its own detection and fusion. Some approaches even use satellites architecture to do.</a:t>
            </a:r>
          </a:p>
          <a:p>
            <a:pPr marL="0" indent="0">
              <a:buNone/>
            </a:pPr>
            <a:r>
              <a:rPr lang="en-US" dirty="0"/>
              <a:t>1)Centralized - One central unit deals with the fusion.</a:t>
            </a:r>
          </a:p>
          <a:p>
            <a:pPr marL="0" indent="0">
              <a:buNone/>
            </a:pPr>
            <a:r>
              <a:rPr lang="en-US" dirty="0"/>
              <a:t>2)Decentralized - Each sensor fuses data and forward it to the next one.</a:t>
            </a:r>
          </a:p>
          <a:p>
            <a:pPr marL="0" indent="0">
              <a:buNone/>
            </a:pPr>
            <a:r>
              <a:rPr lang="en-US" dirty="0"/>
              <a:t>3)Distributed - Each sensor processes the data locally and send it to the next unit.</a:t>
            </a:r>
          </a:p>
          <a:p>
            <a:pPr marL="0" indent="0">
              <a:buNone/>
            </a:pPr>
            <a:r>
              <a:rPr lang="en-US" dirty="0" err="1"/>
              <a:t>Aptiv</a:t>
            </a:r>
            <a:r>
              <a:rPr lang="en-US" dirty="0"/>
              <a:t> has developed an architecture they call the satellite architecture. Plug many sensors fuse them together to one central unit it handles the intelligence called active safety domain controller.</a:t>
            </a:r>
          </a:p>
        </p:txBody>
      </p:sp>
    </p:spTree>
    <p:extLst>
      <p:ext uri="{BB962C8B-B14F-4D97-AF65-F5344CB8AC3E}">
        <p14:creationId xmlns:p14="http://schemas.microsoft.com/office/powerpoint/2010/main" val="2024319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CBB0A-180B-42CB-AA38-DEF7D34E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6128"/>
            <a:ext cx="10515600" cy="57508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3. Competitive Fusion:</a:t>
            </a:r>
          </a:p>
          <a:p>
            <a:pPr marL="0" indent="0">
              <a:buNone/>
            </a:pPr>
            <a:r>
              <a:rPr lang="en-US" dirty="0"/>
              <a:t>In Competition Level, we're asking "What should the fusion do?“</a:t>
            </a:r>
          </a:p>
          <a:p>
            <a:pPr marL="0" indent="0">
              <a:buNone/>
            </a:pPr>
            <a:r>
              <a:rPr lang="en-US" dirty="0"/>
              <a:t>1)Competitive Fusion</a:t>
            </a:r>
          </a:p>
          <a:p>
            <a:pPr marL="0" indent="0">
              <a:buNone/>
            </a:pPr>
            <a:r>
              <a:rPr lang="en-US" dirty="0"/>
              <a:t>Competitive Fusion is when sensors are meant for the same purpose. For example, when we use both a RADAR and a LIDAR to detect the presence of pedestrian. Here, the data fusion process happening is called redundancy, thus the "competitive" term.</a:t>
            </a:r>
          </a:p>
          <a:p>
            <a:pPr marL="0" indent="0">
              <a:buNone/>
            </a:pPr>
            <a:r>
              <a:rPr lang="en-US" dirty="0"/>
              <a:t>2) Complementary Fusion</a:t>
            </a:r>
          </a:p>
          <a:p>
            <a:pPr marL="0" indent="0">
              <a:buNone/>
            </a:pPr>
            <a:r>
              <a:rPr lang="en-US" dirty="0"/>
              <a:t>Complementary fusion is about using different sensors looking at different scenes to get something we couldn't have obtained otherwise.</a:t>
            </a:r>
          </a:p>
          <a:p>
            <a:pPr marL="0" indent="0">
              <a:buNone/>
            </a:pPr>
            <a:r>
              <a:rPr lang="en-US" dirty="0"/>
              <a:t>For example, when building a panorama with multiple cameras. Since these sensors complete each other, we use the term "complementary".</a:t>
            </a:r>
          </a:p>
          <a:p>
            <a:pPr marL="0" indent="0">
              <a:buNone/>
            </a:pPr>
            <a:r>
              <a:rPr lang="en-US" dirty="0"/>
              <a:t>3) Coordinated Fusion</a:t>
            </a:r>
          </a:p>
          <a:p>
            <a:pPr marL="0" indent="0">
              <a:buNone/>
            </a:pPr>
            <a:r>
              <a:rPr lang="en-US" dirty="0"/>
              <a:t>Finally, coordinated fusion is about using two or more sensors to produce a new scene, but this time looking at the same object.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86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30A28E-0FE9-4AE8-A87F-BA12F447E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45816"/>
            <a:ext cx="10515600" cy="513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3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Sensor 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Fusion</dc:title>
  <dc:creator>Jahnavi, Yerramelli (uie72011)</dc:creator>
  <cp:lastModifiedBy>Jahnavi, Yerramelli (uie72011)</cp:lastModifiedBy>
  <cp:revision>11</cp:revision>
  <dcterms:created xsi:type="dcterms:W3CDTF">2021-11-15T03:52:24Z</dcterms:created>
  <dcterms:modified xsi:type="dcterms:W3CDTF">2021-12-14T07:23:24Z</dcterms:modified>
</cp:coreProperties>
</file>